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0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ouglas-santana-97a589183/" TargetMode="External"/><Relationship Id="rId2" Type="http://schemas.openxmlformats.org/officeDocument/2006/relationships/hyperlink" Target="https://github.com/OPedroDougla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33984" y="591312"/>
            <a:ext cx="5867400" cy="6553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Aft>
                <a:spcPts val="420"/>
              </a:spcAft>
            </a:pPr>
            <a:r>
              <a:rPr lang="pt-BR" sz="2200" dirty="0">
                <a:solidFill>
                  <a:srgbClr val="123B5D"/>
                </a:solidFill>
                <a:latin typeface="Verdana"/>
              </a:rPr>
              <a:t>DOUGLAS PEDRO SANTANA DA SILVA</a:t>
            </a:r>
          </a:p>
          <a:p>
            <a:pPr marL="139700" indent="-139700">
              <a:spcAft>
                <a:spcPts val="420"/>
              </a:spcAft>
            </a:pPr>
            <a:r>
              <a:rPr lang="pt-BR" sz="1050" dirty="0">
                <a:solidFill>
                  <a:srgbClr val="48535A"/>
                </a:solidFill>
                <a:latin typeface="Verdana"/>
              </a:rPr>
              <a:t>Estudante de Análise e Desenvolvimento de Sistemas | Desenvolvimento de Software</a:t>
            </a:r>
          </a:p>
          <a:p>
            <a:pPr marL="139700" indent="-139700">
              <a:spcAft>
                <a:spcPts val="1050"/>
              </a:spcAft>
            </a:pPr>
            <a:r>
              <a:rPr lang="pt-BR" sz="1000" dirty="0">
                <a:solidFill>
                  <a:srgbClr val="48535A"/>
                </a:solidFill>
                <a:latin typeface="Calibri"/>
              </a:rPr>
              <a:t>Abreu e Lima, PE • LinkedIn: </a:t>
            </a:r>
            <a:r>
              <a:rPr lang="en-US" sz="1000" dirty="0">
                <a:solidFill>
                  <a:srgbClr val="48535A"/>
                </a:solidFill>
                <a:latin typeface="Calibri"/>
              </a:rPr>
              <a:t>linkedin.com/in/douglas-santana-97a589183 </a:t>
            </a:r>
            <a:r>
              <a:rPr lang="pt-BR" sz="1000" dirty="0">
                <a:solidFill>
                  <a:srgbClr val="48535A"/>
                </a:solidFill>
                <a:latin typeface="Calibri"/>
              </a:rPr>
              <a:t>• GitHub: </a:t>
            </a:r>
            <a:r>
              <a:rPr lang="en-US" sz="1000" dirty="0">
                <a:solidFill>
                  <a:srgbClr val="48535A"/>
                </a:solidFill>
                <a:latin typeface="Calibri"/>
              </a:rPr>
              <a:t>github.com/</a:t>
            </a:r>
            <a:r>
              <a:rPr lang="en-US" sz="1000" dirty="0" err="1">
                <a:solidFill>
                  <a:srgbClr val="48535A"/>
                </a:solidFill>
                <a:latin typeface="Calibri"/>
              </a:rPr>
              <a:t>PyDouglas</a:t>
            </a:r>
            <a:endParaRPr lang="en-US" sz="1000" dirty="0">
              <a:solidFill>
                <a:srgbClr val="48535A"/>
              </a:solidFill>
              <a:latin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33984" y="1794891"/>
            <a:ext cx="6288024" cy="55260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39700" indent="-139700">
              <a:spcBef>
                <a:spcPts val="1050"/>
              </a:spcBef>
              <a:spcAft>
                <a:spcPts val="420"/>
              </a:spcAft>
            </a:pPr>
            <a:r>
              <a:rPr lang="pt-BR" sz="1200" b="1" dirty="0">
                <a:solidFill>
                  <a:srgbClr val="123B5D"/>
                </a:solidFill>
                <a:latin typeface="Calibri"/>
              </a:rPr>
              <a:t>PERFIL</a:t>
            </a:r>
          </a:p>
          <a:p>
            <a:pPr indent="0">
              <a:lnSpc>
                <a:spcPts val="1200"/>
              </a:lnSpc>
            </a:pPr>
            <a:r>
              <a:rPr lang="pt-BR" sz="1050" dirty="0">
                <a:solidFill>
                  <a:srgbClr val="252A2E"/>
                </a:solidFill>
                <a:latin typeface="Calibri"/>
              </a:rPr>
              <a:t>Estudante de Análise e Desenvolvimento de Sistemas na </a:t>
            </a:r>
            <a:r>
              <a:rPr lang="pt" sz="1050" dirty="0">
                <a:solidFill>
                  <a:srgbClr val="252A2E"/>
                </a:solidFill>
                <a:latin typeface="Calibri"/>
              </a:rPr>
              <a:t>UNINASSAU, </a:t>
            </a:r>
            <a:r>
              <a:rPr lang="pt-BR" sz="1050" dirty="0">
                <a:solidFill>
                  <a:srgbClr val="252A2E"/>
                </a:solidFill>
                <a:latin typeface="Calibri"/>
              </a:rPr>
              <a:t>com foco em desenvolvimento de software e interesse em soluções digitais. Prática em </a:t>
            </a:r>
            <a:r>
              <a:rPr lang="en-US" sz="1050" dirty="0">
                <a:solidFill>
                  <a:srgbClr val="252A2E"/>
                </a:solidFill>
                <a:latin typeface="Calibri"/>
              </a:rPr>
              <a:t>Python, </a:t>
            </a:r>
            <a:r>
              <a:rPr lang="pt-BR" sz="1050" dirty="0">
                <a:solidFill>
                  <a:srgbClr val="252A2E"/>
                </a:solidFill>
                <a:latin typeface="Calibri"/>
              </a:rPr>
              <a:t>HTML, CSS, SQL e </a:t>
            </a:r>
            <a:r>
              <a:rPr lang="pt-BR" sz="1050" dirty="0" err="1">
                <a:solidFill>
                  <a:srgbClr val="252A2E"/>
                </a:solidFill>
                <a:latin typeface="Calibri"/>
              </a:rPr>
              <a:t>Git</a:t>
            </a:r>
            <a:r>
              <a:rPr lang="pt-BR" sz="1050" dirty="0">
                <a:solidFill>
                  <a:srgbClr val="252A2E"/>
                </a:solidFill>
                <a:latin typeface="Calibri"/>
              </a:rPr>
              <a:t>/GitHub, desenvolvendo projetos acadêmicos e pessoais. Busco oportunidade para aplicar meus conhecimentos, evoluir tecnicamente e contribuir em um ambiente de tecnologia.</a:t>
            </a:r>
          </a:p>
          <a:p>
            <a:pPr indent="0">
              <a:lnSpc>
                <a:spcPts val="1200"/>
              </a:lnSpc>
            </a:pPr>
            <a:endParaRPr lang="pt-BR" sz="1050" dirty="0">
              <a:solidFill>
                <a:srgbClr val="252A2E"/>
              </a:solidFill>
              <a:latin typeface="Calibri"/>
            </a:endParaRPr>
          </a:p>
          <a:p>
            <a:pPr marL="139700" indent="-139700">
              <a:lnSpc>
                <a:spcPts val="1488"/>
              </a:lnSpc>
            </a:pPr>
            <a:r>
              <a:rPr lang="pt-BR" sz="1200" b="1" dirty="0">
                <a:solidFill>
                  <a:srgbClr val="123B5D"/>
                </a:solidFill>
                <a:latin typeface="Calibri"/>
              </a:rPr>
              <a:t>FORMAÇÃO</a:t>
            </a:r>
          </a:p>
          <a:p>
            <a:pPr marL="139700" indent="-139700">
              <a:lnSpc>
                <a:spcPts val="1488"/>
              </a:lnSpc>
            </a:pPr>
            <a:r>
              <a:rPr lang="pt-BR" sz="1050" dirty="0">
                <a:solidFill>
                  <a:srgbClr val="252A2E"/>
                </a:solidFill>
                <a:latin typeface="Calibri"/>
              </a:rPr>
              <a:t>Análise e Desenvolvimento de Sistemas (ADS) — UNINASSAU</a:t>
            </a:r>
          </a:p>
          <a:p>
            <a:pPr marL="139700" indent="-139700">
              <a:lnSpc>
                <a:spcPts val="1488"/>
              </a:lnSpc>
              <a:spcAft>
                <a:spcPts val="420"/>
              </a:spcAft>
            </a:pPr>
            <a:r>
              <a:rPr lang="pt-BR" sz="1000" dirty="0">
                <a:solidFill>
                  <a:srgbClr val="48535A"/>
                </a:solidFill>
                <a:latin typeface="Calibri"/>
              </a:rPr>
              <a:t>Em andamento • 2026</a:t>
            </a:r>
          </a:p>
          <a:p>
            <a:pPr marL="139700" indent="-139700">
              <a:lnSpc>
                <a:spcPts val="1488"/>
              </a:lnSpc>
              <a:spcAft>
                <a:spcPts val="420"/>
              </a:spcAft>
            </a:pPr>
            <a:endParaRPr lang="pt-BR" sz="1000" dirty="0">
              <a:solidFill>
                <a:srgbClr val="48535A"/>
              </a:solidFill>
              <a:latin typeface="Calibri"/>
            </a:endParaRPr>
          </a:p>
          <a:p>
            <a:pPr marL="139700" indent="-139700">
              <a:spcAft>
                <a:spcPts val="420"/>
              </a:spcAft>
            </a:pPr>
            <a:r>
              <a:rPr lang="en-US" sz="1200" b="1" dirty="0">
                <a:solidFill>
                  <a:srgbClr val="123B5D"/>
                </a:solidFill>
                <a:latin typeface="Calibri"/>
              </a:rPr>
              <a:t>SKILLS </a:t>
            </a:r>
            <a:r>
              <a:rPr lang="pt-BR" sz="1200" b="1" dirty="0">
                <a:solidFill>
                  <a:srgbClr val="123B5D"/>
                </a:solidFill>
                <a:latin typeface="Calibri"/>
              </a:rPr>
              <a:t>TÉCNICAS</a:t>
            </a:r>
          </a:p>
          <a:p>
            <a:pPr indent="0" algn="just">
              <a:lnSpc>
                <a:spcPts val="1368"/>
              </a:lnSpc>
            </a:pPr>
            <a:r>
              <a:rPr lang="pt-BR" sz="1050" dirty="0">
                <a:latin typeface="Calibri"/>
              </a:rPr>
              <a:t>•    </a:t>
            </a:r>
            <a:r>
              <a:rPr lang="en-US" sz="1050" dirty="0">
                <a:latin typeface="Calibri"/>
              </a:rPr>
              <a:t>Python: </a:t>
            </a:r>
            <a:r>
              <a:rPr lang="pt-BR" sz="1050" dirty="0">
                <a:latin typeface="Calibri"/>
              </a:rPr>
              <a:t>lógica de programação, condicionais, laços, funções e projetos com </a:t>
            </a:r>
            <a:r>
              <a:rPr lang="pt-BR" sz="1050" dirty="0" err="1">
                <a:latin typeface="Calibri"/>
              </a:rPr>
              <a:t>Turtle</a:t>
            </a:r>
            <a:r>
              <a:rPr lang="pt-BR" sz="1050" dirty="0">
                <a:latin typeface="Calibri"/>
              </a:rPr>
              <a:t>/</a:t>
            </a:r>
            <a:r>
              <a:rPr lang="pt-BR" sz="1050" dirty="0" err="1">
                <a:latin typeface="Calibri"/>
              </a:rPr>
              <a:t>Pygame</a:t>
            </a:r>
            <a:r>
              <a:rPr lang="pt-BR" sz="1050" dirty="0">
                <a:latin typeface="Calibri"/>
              </a:rPr>
              <a:t>.</a:t>
            </a:r>
          </a:p>
          <a:p>
            <a:pPr indent="0" algn="just">
              <a:lnSpc>
                <a:spcPts val="1368"/>
              </a:lnSpc>
            </a:pPr>
            <a:r>
              <a:rPr lang="pt-BR" sz="1050" dirty="0">
                <a:latin typeface="Calibri"/>
              </a:rPr>
              <a:t>•    Web: HTML5 e CSS3, estrutura de páginas, formulários, imagens, links e acessibilidade básica.</a:t>
            </a:r>
          </a:p>
          <a:p>
            <a:pPr indent="0" algn="just">
              <a:lnSpc>
                <a:spcPts val="1368"/>
              </a:lnSpc>
            </a:pPr>
            <a:r>
              <a:rPr lang="pt-BR" sz="1050" dirty="0">
                <a:latin typeface="Calibri"/>
              </a:rPr>
              <a:t>•    Banco de dados: SQL e fundamentos de criação e relacionamento entre tabelas.</a:t>
            </a:r>
          </a:p>
          <a:p>
            <a:pPr indent="0" algn="just">
              <a:lnSpc>
                <a:spcPts val="1368"/>
              </a:lnSpc>
            </a:pPr>
            <a:r>
              <a:rPr lang="pt-BR" sz="1050" dirty="0">
                <a:latin typeface="Calibri"/>
              </a:rPr>
              <a:t>•    Versionamento: </a:t>
            </a:r>
            <a:r>
              <a:rPr lang="pt-BR" sz="1050" dirty="0" err="1">
                <a:latin typeface="Calibri"/>
              </a:rPr>
              <a:t>Git</a:t>
            </a:r>
            <a:r>
              <a:rPr lang="pt-BR" sz="1050" dirty="0">
                <a:latin typeface="Calibri"/>
              </a:rPr>
              <a:t> e GitHub, </a:t>
            </a:r>
            <a:r>
              <a:rPr lang="en-US" sz="1050" dirty="0">
                <a:latin typeface="Calibri"/>
              </a:rPr>
              <a:t>commits, branches </a:t>
            </a:r>
            <a:r>
              <a:rPr lang="pt-BR" sz="1050" dirty="0">
                <a:latin typeface="Calibri"/>
              </a:rPr>
              <a:t>e organização de projetos.</a:t>
            </a:r>
          </a:p>
          <a:p>
            <a:pPr indent="0" algn="just">
              <a:lnSpc>
                <a:spcPts val="1368"/>
              </a:lnSpc>
              <a:spcAft>
                <a:spcPts val="420"/>
              </a:spcAft>
            </a:pPr>
            <a:r>
              <a:rPr lang="pt-BR" sz="1050" dirty="0">
                <a:latin typeface="Calibri"/>
              </a:rPr>
              <a:t>•    Em aprendizado: </a:t>
            </a:r>
            <a:r>
              <a:rPr lang="pt-BR" sz="1050" dirty="0" err="1">
                <a:latin typeface="Calibri"/>
              </a:rPr>
              <a:t>JavaScript</a:t>
            </a:r>
            <a:r>
              <a:rPr lang="pt-BR" sz="1050" dirty="0">
                <a:latin typeface="Calibri"/>
              </a:rPr>
              <a:t> e </a:t>
            </a:r>
            <a:r>
              <a:rPr lang="en-US" sz="1050" dirty="0">
                <a:latin typeface="Calibri"/>
              </a:rPr>
              <a:t>Java.</a:t>
            </a:r>
          </a:p>
          <a:p>
            <a:pPr indent="0" algn="just">
              <a:lnSpc>
                <a:spcPts val="1368"/>
              </a:lnSpc>
              <a:spcAft>
                <a:spcPts val="420"/>
              </a:spcAft>
            </a:pPr>
            <a:endParaRPr lang="en-US" sz="1050" dirty="0">
              <a:latin typeface="Calibri"/>
            </a:endParaRPr>
          </a:p>
          <a:p>
            <a:pPr indent="0" algn="just">
              <a:spcAft>
                <a:spcPts val="420"/>
              </a:spcAft>
            </a:pPr>
            <a:r>
              <a:rPr lang="pt-BR" sz="1200" b="1" dirty="0">
                <a:solidFill>
                  <a:srgbClr val="123B5D"/>
                </a:solidFill>
                <a:latin typeface="Calibri"/>
              </a:rPr>
              <a:t>PROJETOS E PRÁTICA</a:t>
            </a:r>
          </a:p>
          <a:p>
            <a:pPr marL="139700" indent="-139700">
              <a:lnSpc>
                <a:spcPts val="1200"/>
              </a:lnSpc>
            </a:pPr>
            <a:r>
              <a:rPr lang="pt-BR" sz="1050" dirty="0">
                <a:latin typeface="Calibri"/>
              </a:rPr>
              <a:t>•    Projetos em </a:t>
            </a:r>
            <a:r>
              <a:rPr lang="en-US" sz="1050" dirty="0">
                <a:latin typeface="Calibri"/>
              </a:rPr>
              <a:t>Python: </a:t>
            </a:r>
            <a:r>
              <a:rPr lang="pt-BR" sz="1050" dirty="0">
                <a:latin typeface="Calibri"/>
              </a:rPr>
              <a:t>desenvolvimento de jogos e aplicações para praticar lógica de programação, incluindo </a:t>
            </a:r>
            <a:r>
              <a:rPr lang="en-US" sz="1050" dirty="0">
                <a:latin typeface="Calibri"/>
              </a:rPr>
              <a:t>Ping Pong com Turtle </a:t>
            </a:r>
            <a:r>
              <a:rPr lang="pt-BR" sz="1050" dirty="0">
                <a:latin typeface="Calibri"/>
              </a:rPr>
              <a:t>e projetos com </a:t>
            </a:r>
            <a:r>
              <a:rPr lang="pt-BR" sz="1050" dirty="0" err="1">
                <a:latin typeface="Calibri"/>
              </a:rPr>
              <a:t>Pygame</a:t>
            </a:r>
            <a:r>
              <a:rPr lang="pt-BR" sz="1050" dirty="0">
                <a:latin typeface="Calibri"/>
              </a:rPr>
              <a:t>.</a:t>
            </a:r>
          </a:p>
          <a:p>
            <a:pPr marL="139700" indent="-139700">
              <a:lnSpc>
                <a:spcPts val="1176"/>
              </a:lnSpc>
            </a:pPr>
            <a:r>
              <a:rPr lang="pt-BR" sz="1050" dirty="0">
                <a:latin typeface="Calibri"/>
              </a:rPr>
              <a:t>•    Desenvolvimento Web: criação de sites em HTML/CSS com múltiplas páginas, organização de arquivos, imagens, links, formulários e elementos de acessibilidade.</a:t>
            </a:r>
          </a:p>
          <a:p>
            <a:pPr marL="139700" indent="-139700">
              <a:lnSpc>
                <a:spcPts val="1176"/>
              </a:lnSpc>
              <a:spcAft>
                <a:spcPts val="420"/>
              </a:spcAft>
            </a:pPr>
            <a:r>
              <a:rPr lang="pt-BR" sz="1050" dirty="0">
                <a:latin typeface="Calibri"/>
              </a:rPr>
              <a:t>•    Projetos acadêmicos: desenvolvimento de atividades práticas envolvendo programação, banco de dados, interface e versionamento com GitHub.</a:t>
            </a:r>
          </a:p>
          <a:p>
            <a:pPr marL="139700" indent="-139700">
              <a:lnSpc>
                <a:spcPts val="1176"/>
              </a:lnSpc>
              <a:spcAft>
                <a:spcPts val="420"/>
              </a:spcAft>
            </a:pPr>
            <a:endParaRPr lang="pt-BR" sz="1050" dirty="0">
              <a:latin typeface="Calibri"/>
            </a:endParaRPr>
          </a:p>
          <a:p>
            <a:pPr indent="0" algn="just">
              <a:spcAft>
                <a:spcPts val="420"/>
              </a:spcAft>
            </a:pPr>
            <a:r>
              <a:rPr lang="pt-BR" sz="1200" b="1" dirty="0">
                <a:solidFill>
                  <a:srgbClr val="123B5D"/>
                </a:solidFill>
                <a:latin typeface="Calibri"/>
              </a:rPr>
              <a:t>COMPETÊNCIAS</a:t>
            </a:r>
          </a:p>
          <a:p>
            <a:pPr indent="0" algn="just">
              <a:lnSpc>
                <a:spcPts val="1224"/>
              </a:lnSpc>
              <a:spcAft>
                <a:spcPts val="420"/>
              </a:spcAft>
            </a:pPr>
            <a:r>
              <a:rPr lang="pt-BR" sz="1050" dirty="0">
                <a:solidFill>
                  <a:srgbClr val="252A2E"/>
                </a:solidFill>
                <a:latin typeface="Calibri"/>
              </a:rPr>
              <a:t>Lógica de programação • Resolução de problemas • Aprendizado contínuo • Organização de código • Trabalho em projetos acadêmicos • Interesse em desenvolvimento de software</a:t>
            </a:r>
          </a:p>
          <a:p>
            <a:pPr indent="0" algn="just">
              <a:lnSpc>
                <a:spcPts val="1224"/>
              </a:lnSpc>
              <a:spcAft>
                <a:spcPts val="420"/>
              </a:spcAft>
            </a:pPr>
            <a:endParaRPr lang="pt-BR" sz="1050" dirty="0">
              <a:solidFill>
                <a:srgbClr val="252A2E"/>
              </a:solidFill>
              <a:latin typeface="Calibri"/>
            </a:endParaRPr>
          </a:p>
          <a:p>
            <a:pPr indent="0" algn="just">
              <a:spcAft>
                <a:spcPts val="420"/>
              </a:spcAft>
            </a:pPr>
            <a:r>
              <a:rPr lang="en-US" sz="1200" b="1" dirty="0">
                <a:solidFill>
                  <a:srgbClr val="123B5D"/>
                </a:solidFill>
                <a:latin typeface="Calibri"/>
              </a:rPr>
              <a:t>LINKS</a:t>
            </a:r>
          </a:p>
          <a:p>
            <a:pPr indent="0" algn="just">
              <a:spcAft>
                <a:spcPts val="420"/>
              </a:spcAft>
            </a:pPr>
            <a:r>
              <a:rPr lang="pt-BR" sz="1000" dirty="0">
                <a:solidFill>
                  <a:srgbClr val="48535A"/>
                </a:solidFill>
                <a:latin typeface="Calibri"/>
              </a:rPr>
              <a:t>GitHub: </a:t>
            </a:r>
            <a:r>
              <a:rPr lang="pt-BR" sz="1000" dirty="0">
                <a:solidFill>
                  <a:srgbClr val="48535A"/>
                </a:solidFill>
                <a:hlinkClick r:id="rId2"/>
              </a:rPr>
              <a:t>https://github.com/PyDouglas</a:t>
            </a:r>
            <a:endParaRPr lang="pt-BR" sz="1000" dirty="0">
              <a:solidFill>
                <a:srgbClr val="48535A"/>
              </a:solidFill>
              <a:latin typeface="Calibri"/>
              <a:hlinkClick r:id="rId2"/>
            </a:endParaRPr>
          </a:p>
          <a:p>
            <a:pPr indent="0" algn="just"/>
            <a:r>
              <a:rPr lang="pt-BR" sz="1000" dirty="0">
                <a:solidFill>
                  <a:srgbClr val="48535A"/>
                </a:solidFill>
                <a:latin typeface="Calibri"/>
              </a:rPr>
              <a:t>LinkedIn: </a:t>
            </a:r>
            <a:r>
              <a:rPr lang="en-US" sz="1000" dirty="0">
                <a:solidFill>
                  <a:srgbClr val="48535A"/>
                </a:solidFill>
                <a:latin typeface="Calibri"/>
                <a:hlinkClick r:id="rId3"/>
              </a:rPr>
              <a:t>https://www.linkedin.com/in/douglas-santana-97a589183/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keywords/>
  <cp:lastModifiedBy>DODOZERA PEDRO</cp:lastModifiedBy>
  <cp:revision>1</cp:revision>
  <dcterms:modified xsi:type="dcterms:W3CDTF">2026-09-21T22:58:19Z</dcterms:modified>
</cp:coreProperties>
</file>